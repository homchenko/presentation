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4" autoAdjust="0"/>
    <p:restoredTop sz="94660"/>
  </p:normalViewPr>
  <p:slideViewPr>
    <p:cSldViewPr snapToGrid="0">
      <p:cViewPr varScale="1">
        <p:scale>
          <a:sx n="88" d="100"/>
          <a:sy n="88" d="100"/>
        </p:scale>
        <p:origin x="102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4/13/2019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Интернет-магазин</a:t>
            </a:r>
            <a:br>
              <a:rPr lang="ru-RU" dirty="0" smtClean="0"/>
            </a:br>
            <a:r>
              <a:rPr lang="en-US" dirty="0" smtClean="0"/>
              <a:t>Gllacy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Выполнила: Хомченко Диана</a:t>
            </a:r>
          </a:p>
          <a:p>
            <a:r>
              <a:rPr lang="ru-RU" dirty="0" smtClean="0"/>
              <a:t>Руководитель: новиков алексей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49707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Использованные технологии: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 smtClean="0"/>
              <a:t>PHP</a:t>
            </a:r>
          </a:p>
          <a:p>
            <a:pPr marL="342900" indent="-342900">
              <a:buAutoNum type="arabicPeriod"/>
            </a:pPr>
            <a:r>
              <a:rPr lang="en-US" dirty="0" smtClean="0"/>
              <a:t>MySQL</a:t>
            </a:r>
          </a:p>
          <a:p>
            <a:pPr marL="342900" indent="-342900">
              <a:buAutoNum type="arabicPeriod"/>
            </a:pPr>
            <a:r>
              <a:rPr lang="en-US" dirty="0" smtClean="0"/>
              <a:t>Git</a:t>
            </a:r>
          </a:p>
          <a:p>
            <a:pPr marL="342900" indent="-342900">
              <a:buAutoNum type="arabicPeriod"/>
            </a:pPr>
            <a:r>
              <a:rPr lang="ru-RU" dirty="0" smtClean="0"/>
              <a:t>Фреймфорк </a:t>
            </a:r>
            <a:r>
              <a:rPr lang="en-US" dirty="0" smtClean="0"/>
              <a:t>Laravel</a:t>
            </a:r>
          </a:p>
          <a:p>
            <a:r>
              <a:rPr lang="en-US" dirty="0" smtClean="0"/>
              <a:t>* </a:t>
            </a:r>
            <a:r>
              <a:rPr lang="ru-RU" dirty="0" smtClean="0"/>
              <a:t>Архитектурная модель </a:t>
            </a:r>
            <a:r>
              <a:rPr lang="en-US" dirty="0" smtClean="0"/>
              <a:t>MVC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7261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Разработано с помощью: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342900" indent="-342900">
              <a:buAutoNum type="arabicPeriod"/>
            </a:pPr>
            <a:r>
              <a:rPr lang="en-US" dirty="0" smtClean="0"/>
              <a:t>OpenServer</a:t>
            </a:r>
            <a:endParaRPr lang="en-US" dirty="0"/>
          </a:p>
          <a:p>
            <a:pPr marL="342900" indent="-342900">
              <a:buAutoNum type="arabicPeriod"/>
            </a:pPr>
            <a:r>
              <a:rPr lang="ru-RU" dirty="0" smtClean="0"/>
              <a:t>Среда разработки </a:t>
            </a:r>
            <a:r>
              <a:rPr lang="en-US" dirty="0" smtClean="0"/>
              <a:t>- PhpStorm</a:t>
            </a:r>
          </a:p>
        </p:txBody>
      </p:sp>
    </p:spTree>
    <p:extLst>
      <p:ext uri="{BB962C8B-B14F-4D97-AF65-F5344CB8AC3E}">
        <p14:creationId xmlns:p14="http://schemas.microsoft.com/office/powerpoint/2010/main" val="1370338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262743"/>
          </a:xfrm>
        </p:spPr>
        <p:txBody>
          <a:bodyPr/>
          <a:lstStyle/>
          <a:p>
            <a:r>
              <a:rPr lang="ru-RU" dirty="0" smtClean="0"/>
              <a:t>Функциональность сайта: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half" idx="2"/>
          </p:nvPr>
        </p:nvSpPr>
        <p:spPr>
          <a:xfrm>
            <a:off x="1154954" y="2307771"/>
            <a:ext cx="8825659" cy="3712029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ru-RU" dirty="0" smtClean="0"/>
              <a:t>Админ-панель</a:t>
            </a:r>
          </a:p>
          <a:p>
            <a:pPr marL="342900" indent="-342900">
              <a:buAutoNum type="arabicPeriod"/>
            </a:pPr>
            <a:r>
              <a:rPr lang="ru-RU" dirty="0" smtClean="0"/>
              <a:t>Корзина</a:t>
            </a:r>
          </a:p>
          <a:p>
            <a:pPr marL="342900" indent="-342900">
              <a:buAutoNum type="arabicPeriod"/>
            </a:pPr>
            <a:r>
              <a:rPr lang="ru-RU" dirty="0" smtClean="0"/>
              <a:t>Форма обратной связи</a:t>
            </a:r>
          </a:p>
          <a:p>
            <a:pPr marL="342900" indent="-342900">
              <a:buAutoNum type="arabicPeriod"/>
            </a:pPr>
            <a:r>
              <a:rPr lang="ru-RU" dirty="0" smtClean="0"/>
              <a:t>Каталог товаров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7350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Скриншоты: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790" y="1251457"/>
            <a:ext cx="6790760" cy="5110162"/>
          </a:xfrm>
        </p:spPr>
      </p:pic>
    </p:spTree>
    <p:extLst>
      <p:ext uri="{BB962C8B-B14F-4D97-AF65-F5344CB8AC3E}">
        <p14:creationId xmlns:p14="http://schemas.microsoft.com/office/powerpoint/2010/main" val="1709686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Скриншоты: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9073" y="1656300"/>
            <a:ext cx="8947150" cy="4294947"/>
          </a:xfrm>
        </p:spPr>
      </p:pic>
    </p:spTree>
    <p:extLst>
      <p:ext uri="{BB962C8B-B14F-4D97-AF65-F5344CB8AC3E}">
        <p14:creationId xmlns:p14="http://schemas.microsoft.com/office/powerpoint/2010/main" val="378385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Скриншоты: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328" y="1853248"/>
            <a:ext cx="9461524" cy="3816359"/>
          </a:xfrm>
        </p:spPr>
      </p:pic>
    </p:spTree>
    <p:extLst>
      <p:ext uri="{BB962C8B-B14F-4D97-AF65-F5344CB8AC3E}">
        <p14:creationId xmlns:p14="http://schemas.microsoft.com/office/powerpoint/2010/main" val="2899767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Скриншоты: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1615" y="2401309"/>
            <a:ext cx="8947150" cy="2823171"/>
          </a:xfrm>
        </p:spPr>
      </p:pic>
    </p:spTree>
    <p:extLst>
      <p:ext uri="{BB962C8B-B14F-4D97-AF65-F5344CB8AC3E}">
        <p14:creationId xmlns:p14="http://schemas.microsoft.com/office/powerpoint/2010/main" val="194557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Скриншоты: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2849" y="452718"/>
            <a:ext cx="6513341" cy="6032164"/>
          </a:xfrm>
        </p:spPr>
      </p:pic>
    </p:spTree>
    <p:extLst>
      <p:ext uri="{BB962C8B-B14F-4D97-AF65-F5344CB8AC3E}">
        <p14:creationId xmlns:p14="http://schemas.microsoft.com/office/powerpoint/2010/main" val="2361311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Скриншоты: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264" y="1280160"/>
            <a:ext cx="8537516" cy="5233181"/>
          </a:xfrm>
        </p:spPr>
      </p:pic>
    </p:spTree>
    <p:extLst>
      <p:ext uri="{BB962C8B-B14F-4D97-AF65-F5344CB8AC3E}">
        <p14:creationId xmlns:p14="http://schemas.microsoft.com/office/powerpoint/2010/main" val="4047269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Скриншоты:</a:t>
            </a: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8224" y="1984494"/>
            <a:ext cx="8547124" cy="3541181"/>
          </a:xfrm>
        </p:spPr>
      </p:pic>
    </p:spTree>
    <p:extLst>
      <p:ext uri="{BB962C8B-B14F-4D97-AF65-F5344CB8AC3E}">
        <p14:creationId xmlns:p14="http://schemas.microsoft.com/office/powerpoint/2010/main" val="23284152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</TotalTime>
  <Words>54</Words>
  <Application>Microsoft Office PowerPoint</Application>
  <PresentationFormat>Широкоэкранный</PresentationFormat>
  <Paragraphs>24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Ион</vt:lpstr>
      <vt:lpstr>Интернет-магазин Gllacy</vt:lpstr>
      <vt:lpstr>Использованные технологии:</vt:lpstr>
      <vt:lpstr>Разработано с помощью:</vt:lpstr>
      <vt:lpstr>Функциональность сайта:</vt:lpstr>
      <vt:lpstr>Скриншоты:</vt:lpstr>
      <vt:lpstr>Скриншоты:</vt:lpstr>
      <vt:lpstr>Скриншоты:</vt:lpstr>
      <vt:lpstr>Скриншоты:</vt:lpstr>
      <vt:lpstr>Скриншоты:</vt:lpstr>
      <vt:lpstr>Скриншоты:</vt:lpstr>
      <vt:lpstr>Скриншоты: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Интернет-магазин Gllacy</dc:title>
  <dc:creator>User</dc:creator>
  <cp:lastModifiedBy>User</cp:lastModifiedBy>
  <cp:revision>4</cp:revision>
  <dcterms:created xsi:type="dcterms:W3CDTF">2019-04-13T12:06:51Z</dcterms:created>
  <dcterms:modified xsi:type="dcterms:W3CDTF">2019-04-13T12:32:07Z</dcterms:modified>
</cp:coreProperties>
</file>